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5486400" cy="54864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7315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 OF SCHOLARS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Bazar-Trace: Offline-First PWA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&amp; Inventory Management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HTML, CSS, Vanilla JS, Node.js (Custom HTTP Server) &amp; Oracle Database (Local)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4389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Arif Hossen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231010687 · CSE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4389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Reduanul Bari Subhon sir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389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4672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Israt Jahan miss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Bazar-Trace?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 &amp; 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Goals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🏗️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4572000" cy="4389120"/>
          </a:xfrm>
          <a:prstGeom prst="roundRect">
            <a:avLst>
              <a:gd name="adj" fmla="val 3125"/>
            </a:avLst>
          </a:prstGeom>
          <a:solidFill>
            <a:srgbClr val="6366F1">
              <a:alpha val="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PWA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334155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011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HTML5 / CSS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962656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334155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9626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RegExp Router + Lazy Modules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4381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913632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334155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9136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Offline-First API Client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864608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0D3320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8646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Cache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 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1371600"/>
            <a:ext cx="4572000" cy="4389120"/>
          </a:xfrm>
          <a:prstGeom prst="roundRect">
            <a:avLst>
              <a:gd name="adj" fmla="val 3125"/>
            </a:avLst>
          </a:prstGeom>
          <a:solidFill>
            <a:srgbClr val="22C55E">
              <a:alpha val="4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— CUSTOM NODE.JS SERVER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0" y="219456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1E1B4B"/>
          </a:solidFill>
          <a:ln w="9525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http.createServer()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347472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474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Router + Middleware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↕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0" y="475488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0D3320"/>
          </a:solidFill>
          <a:ln w="9525">
            <a:solidFill>
              <a:srgbClr val="1665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4754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DB (Local Native)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943600"/>
            <a:ext cx="10607040" cy="411480"/>
          </a:xfrm>
          <a:prstGeom prst="roundRect">
            <a:avLst>
              <a:gd name="adj" fmla="val 17778"/>
            </a:avLst>
          </a:prstGeom>
          <a:solidFill>
            <a:srgbClr val="6366F1">
              <a:alpha val="8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943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 Service Worker intercepts &amp; caches the app shell (Stale-While-Revalidate)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CORE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HTML5, CSS Variables layout system, ES6 JavaScript Modules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08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PWA ENGINE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Worker (Stale-While-Revalidate), IndexedDB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46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APIS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getUserMedia, BarcodeDetector API, Web Audio Synthesizer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246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— ZERO FRAMEWORK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3611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(ESM, --watch) · Custom http server · Hand-built router, middleware, CORS, body parser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83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XE 21c — local native · oracledb v6 Thin mode (localhost:1521/XEPDB1)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84632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983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53492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 (production only) · Git/GitHub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/ COMMON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484632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Secure Login / Session 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Log transactions (Sale OUT / Stock Received 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Search products (dynamic autocomplete)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Scan barcodes with camera to autofill forms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484632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Full Product Management (Create, Edit, Delete)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Settings Directory (Register staff, Toggle status)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Dashboard analytics (Stock counts, Canvas charts, Expiry alerts)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Non-Functional Requirements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[object Object],[object Object]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 Diagram — Level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789920" cy="521208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User (Admin/Staff)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4220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7373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1463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YES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0" y="1737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0" y="274320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Server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32320" y="384048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0D3320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DB (Local)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0" y="1463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0" y="1737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0" y="274320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0D3320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Queue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0" y="384048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Manager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Replays FIFO on reconnect →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🗄️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6366F1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200400" cy="2523744"/>
          </a:xfrm>
          <a:prstGeom prst="roundRect">
            <a:avLst>
              <a:gd name="adj" fmla="val 289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2130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2130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" y="2478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password_hash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825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full_name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172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is_active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867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28016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6366F1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280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1691640"/>
            <a:ext cx="3200400" cy="2871216"/>
          </a:xfrm>
          <a:prstGeom prst="roundRect">
            <a:avLst>
              <a:gd name="adj" fmla="val 25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4840" y="2130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130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34840" y="2478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2825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name, category, unit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3172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cost_price, sell_price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low_stock_threshold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34840" y="3867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expiry_date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34840" y="4215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created_by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2153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FK → users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63840" y="128016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1280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63840" y="1691640"/>
            <a:ext cx="3200400" cy="2871216"/>
          </a:xfrm>
          <a:prstGeom prst="roundRect">
            <a:avLst>
              <a:gd name="adj" fmla="val 25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8408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01000" y="2130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client_txn_id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84080" y="2130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01000" y="2478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product_id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84080" y="24780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FK → products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01000" y="2825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user_id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784080" y="28254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FK → users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01000" y="3172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txn_type (IN/OUT)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0100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quantity, unit_price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01000" y="3867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occurred_at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01000" y="4215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synced_at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||--o{ PRODUCTS (creates)   ·   USERS ||--o{ TRANSACTIONS (performs)   ·   PRODUCTS ||--o{ TRANSACTIONS (receives)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💾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SQL Schema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789920" cy="5303520"/>
          </a:xfrm>
          <a:prstGeom prst="roundRect">
            <a:avLst>
              <a:gd name="adj" fmla="val 172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users (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NUMBER GENERATED ALWAYS AS IDENTITY PRIMARY KEY,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VARCHAR2(160) UNIQUE NOT NULL,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password_hash VARCHAR2(255) NOT NULL,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full_name     VARCHAR2(120) NOT NULL,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     VARCHAR2(20) DEFAULT 'STAFF' CHECK (role IN ('ADMIN','STAFF')),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is_active NUMBER(1) DEFAULT 1 CHECK (is_active IN (0,1))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products (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NUMBER GENERATED ALWAYS AS IDENTITY PRIMARY KEY,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sku       VARCHAR2(64) UNIQUE NOT NULL,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barcode   VARCHAR2(64),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VARCHAR2(200) NOT NULL,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cost_price NUMBER(12,2) NOT NULL,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sell_price NUMBER(12,2) NOT NULL,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low_stock_threshold NUMBER DEFAULT 5,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expiry_date DATE,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created_by  NUMBER REFERENCES users(id)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transactions (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 NUMBER GENERATED ALWAYS AS IDENTITY PRIMARY KEY,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client_txn_id VARCHAR2(40) UNIQUE NOT NULL,  -- idempotency key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product_id   NUMBER REFERENCES products(id),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user_id      NUMBER REFERENCES users(id),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txn_type     VARCHAR2(10) CHECK (txn_type IN ('IN','OUT')),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     NUMBER(12,3) NOT NULL,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unit_price   NUMBER(10,2) NOT NULL,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occurred_at  TIMESTAMP DEFAULT SYSTIMESTAMP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Timeline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0" y="1188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1188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509760" y="1188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&amp; Spec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874520"/>
            <a:ext cx="1850746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874520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1-4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8147" y="2651760"/>
            <a:ext cx="1345997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378147" y="2651760"/>
            <a:ext cx="134599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5-7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REST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3429000"/>
            <a:ext cx="2691994" cy="36576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3429000"/>
            <a:ext cx="26919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8-15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Core Layout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43139" y="4206240"/>
            <a:ext cx="1682496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7743139" y="420624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16-20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937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PWA Offline Sync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73261" y="4983480"/>
            <a:ext cx="1682496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173261" y="49834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21-25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5715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&amp; Testing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687507" y="5760720"/>
            <a:ext cx="925373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10687507" y="5760720"/>
            <a:ext cx="9253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26-28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45720" cy="2286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100% offline uptime via IndexedDB + Service Workers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Ultralight — zero JavaScript framework overhead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Conflict-free transactions via UUID idempotency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45720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Database updates rely on client sync triggers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Camera barcode detection needs modern browser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40480"/>
            <a:ext cx="45720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Multi-terminal retail POS expansion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Local hardware receipt printer integration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840480"/>
            <a:ext cx="45720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Device cache-clear could affect unsynced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Evolving browser security for camera feeds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Cost Analysis (BDT)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78992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Phase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Estimate (BDT)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Cost (BDT)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1078992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UI/UX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 – 15,000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(Student)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377440"/>
            <a:ext cx="10424160" cy="9144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871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Development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487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45,000 – 60,000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2487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(Student)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944368"/>
            <a:ext cx="10424160" cy="9144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540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Development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0540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60,000 – 80,000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0540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(Student)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511296"/>
            <a:ext cx="10424160" cy="9144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6210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QA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36210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15,000 – 25,000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36210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(Student)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078224"/>
            <a:ext cx="10424160" cy="9144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879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Hosting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4187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 – 10,000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4187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(Local machine)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4645152"/>
            <a:ext cx="10424160" cy="9144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Database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12,000 – 24,000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(XE 21c free)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5212080"/>
            <a:ext cx="10424160" cy="9144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3218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0" y="5321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1,47,000 – 2,14,000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86800" y="5321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BDT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7315200" cy="73152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256032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Bazar-Trace is a fully functional, offline-resilient inventory application.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pure vanilla code and relational Oracle schemas —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proving modern Web APIs can replace heavy commercial frameworks.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11680" y="4389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1168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Arif Hossen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231010687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4389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Reduanul Bari Subhon sir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4389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Israt Jahan miss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56692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am now ready to take any questions from the panel.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Bazar-Trace — Defense Presentation</dc:title>
  <dc:subject>Offline-First PWA Stock &amp; Inventory Management System</dc:subject>
  <dc:creator>Arif Hossen</dc:creator>
  <cp:lastModifiedBy>Arif Hossen</cp:lastModifiedBy>
  <cp:revision>1</cp:revision>
  <dcterms:created xsi:type="dcterms:W3CDTF">2026-07-06T09:47:26Z</dcterms:created>
  <dcterms:modified xsi:type="dcterms:W3CDTF">2026-07-06T09:47:26Z</dcterms:modified>
</cp:coreProperties>
</file>